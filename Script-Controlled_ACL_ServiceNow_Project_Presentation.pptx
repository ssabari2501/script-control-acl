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latin typeface="Arial"/>
              </a:defRPr>
            </a:pPr>
            <a:r>
              <a:t>SCRIPT-CONTROLLED ACL</a:t>
            </a:r>
          </a:p>
          <a:p>
            <a:pPr algn="ctr">
              <a:defRPr sz="2500">
                <a:latin typeface="Arial"/>
              </a:defRPr>
            </a:pPr>
            <a:r>
              <a:t>Restrict Record Access Based on Field Value</a:t>
            </a:r>
          </a:p>
          <a:p>
            <a:pPr algn="ctr">
              <a:defRPr sz="2000">
                <a:latin typeface="Arial"/>
              </a:defRPr>
            </a:pPr>
            <a:r>
              <a:t>ServiceNow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86200"/>
            <a:ext cx="8138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Demonstrates a script-controlled Access Control List (ACL) in ServiceNow.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Controls whether users can view, create, edit, and delete records.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Main READ scenario: users belonging to the EEE branch are allowed to view EEE records.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Administrators retain full access in the supplied READ script.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Lab duration specified in the source: 3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Create a test user and custom roles.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Create the Institution Details custom table.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Add student-related fields and sample records.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Implement READ access using a Branch condition and script.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Implement separate CREATE, WRITE, and DELETE ACLs.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Verify the permissions using user impersonation.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3. Users and Roles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25880"/>
          <a:ext cx="10241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Test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EEE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ACL testing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bb1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READ ACL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bb2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CREATE ACL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WRITE ACL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bb4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DELETE ACL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All four roles are assigned to the EEE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4. Custom Table – Institution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Label: Institution Details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Name: u_institution_details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Extends for: false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Create the table from System Definition → Tables.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0" y="1234440"/>
          <a:ext cx="5303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Student 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Auto Number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Reference – User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Faculty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Reference – User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Choice: ECE, EEE, CSE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Phone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Arial"/>
                        </a:defRPr>
                      </a:pPr>
                      <a:r>
                        <a:t>Multi String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5. Sample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Create multiple records in the Student Records / Institution Details table.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Use different Branch values: ECE, EEE, and CSE.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These records are used to verify the ACL behavior.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Testing compares what different roles can see and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6. READ ACL –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188720"/>
          <a:ext cx="99669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read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u_institution_details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Advanced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Requires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bb1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Data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Branch is EEE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7. READ ACL –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Courier New"/>
              </a:defRPr>
            </a:pPr>
            <a:r>
              <a:t>(function () {</a:t>
            </a:r>
            <a:br/>
            <a:r>
              <a:t>  // Allow admin users full access</a:t>
            </a:r>
            <a:br/>
            <a:r>
              <a:t>  if (gs.hasRole('admin')) {</a:t>
            </a:r>
            <a:br/>
            <a:r>
              <a:t>    return true;</a:t>
            </a:r>
            <a:br/>
            <a:r>
              <a:t>  }</a:t>
            </a:r>
            <a:br/>
            <a:br/>
            <a:r>
              <a:t>  // Allow only EEE branch users to see EEE records</a:t>
            </a:r>
            <a:br/>
            <a:r>
              <a:t>  if (gs.hasRole('bb1')){</a:t>
            </a:r>
            <a:br/>
            <a:r>
              <a:t>    return true;</a:t>
            </a:r>
            <a:br/>
            <a:r>
              <a:t>  }</a:t>
            </a:r>
            <a:br/>
            <a:br/>
            <a:r>
              <a:t>  // Deny access for all others</a:t>
            </a:r>
            <a:br/>
            <a:r>
              <a:t>  return false;</a:t>
            </a:r>
            <a:br/>
            <a:r>
              <a:t>})();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latin typeface="Arial"/>
              </a:defRPr>
            </a:pPr>
            <a:r>
              <a:t>The script returns true for admin or bb1; otherwise it returns false.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8. CREATE ACL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9418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627017">
                <a:tc>
                  <a:txBody>
                    <a:bodyPr/>
                    <a:lstStyle/>
                    <a:p>
                      <a:pPr>
                        <a:defRPr sz="1700" b="1"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create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u_institution_details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Requires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bb2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Data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None required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latin typeface="Arial"/>
              </a:defRPr>
            </a:pPr>
            <a:r>
              <a:t>Verification: bb1 + bb2 user can view EEE records and use the New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9. WRITE ACL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9418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627017">
                <a:tc>
                  <a:txBody>
                    <a:bodyPr/>
                    <a:lstStyle/>
                    <a:p>
                      <a:pPr>
                        <a:defRPr sz="1700" b="1"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Write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u_institution_details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Requires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bb3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Data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None required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latin typeface="Arial"/>
              </a:defRPr>
            </a:pPr>
            <a:r>
              <a:t>Verification: bb1 + bb2 + bb3 user can view and edit EEE records and use the New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10. DELETE ACL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9418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627017">
                <a:tc>
                  <a:txBody>
                    <a:bodyPr/>
                    <a:lstStyle/>
                    <a:p>
                      <a:pPr>
                        <a:defRPr sz="1700" b="1"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Delete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u_institution_details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Requires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bb4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Data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latin typeface="Arial"/>
                        </a:defRPr>
                      </a:pPr>
                      <a:r>
                        <a:t>None required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latin typeface="Arial"/>
              </a:defRPr>
            </a:pPr>
            <a:r>
              <a:t>Verification: bb1 + bb2 + bb3 + bb4 user can see, create, edit, and delete EEE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11. Permission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920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READ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63240" y="1508760"/>
            <a:ext cx="109728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41732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View EEE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920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CREATE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651760"/>
            <a:ext cx="109728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56032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bb2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06039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Create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03320"/>
            <a:ext cx="1920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WRITE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3794759"/>
            <a:ext cx="109728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370332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bb3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39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Edit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46320"/>
            <a:ext cx="1920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DELETE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63240" y="4937759"/>
            <a:ext cx="109728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84632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bb4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89204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Delete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12. Testing &amp; Verification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10789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92331">
                <a:tc>
                  <a:txBody>
                    <a:bodyPr/>
                    <a:lstStyle/>
                    <a:p>
                      <a:pPr>
                        <a:defRPr sz="1400" b="1"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Arial"/>
                        </a:defRPr>
                      </a:pPr>
                      <a:r>
                        <a:t>Expected result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bb1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Can view EEE branch records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User without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Cannot view records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Can view all records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bb1 + bb2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Can view EEE records + New button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bb1 + bb2 + 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Can view and edit EEE records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bb1 + bb2 + bb3 + bb4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Arial"/>
                        </a:defRPr>
                      </a:pPr>
                      <a:r>
                        <a:t>Can see, create, edit and delete EEE records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13. Implementation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1. Create EEE User.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2. Create bb1, bb2, bb3, bb4 and assign them.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3. Create u_institution_details table and fields.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4. Create ECE, EEE and CSE sample records.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5. Elevate security_admin.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6. Configure READ ACL + Branch = EEE + script.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7. Configure CREATE ACL with bb2.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8. Configure WRITE ACL with bb3.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9. Configure DELETE ACL with bb4.</a:t>
            </a:r>
          </a:p>
          <a:p>
            <a:pPr>
              <a:spcAft>
                <a:spcPts val="1000"/>
              </a:spcAft>
              <a:defRPr sz="1700">
                <a:latin typeface="Arial"/>
              </a:defRPr>
            </a:pPr>
            <a:r>
              <a:t>10. Impersonate users and verify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14. 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Demonstrates record-level security using ServiceNow ACLs.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Shows how roles and record field values participate in access decisions.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Protects records from unauthorized viewing, modification, creation, and deletion.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Demonstrates ACL behavior across forms, lists, and Service Portal interfaces as stated in the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15.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The project successfully demonstrates script-controlled READ, CREATE, WRITE, and DELETE ACLs.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bb1 controls the READ scenario, while bb2, bb3, and bb4 control CREATE, WRITE, and DELETE.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The Branch field is used in the READ access design to focus access on EEE records.</a:t>
            </a:r>
          </a:p>
          <a:p>
            <a:pPr>
              <a:spcAft>
                <a:spcPts val="1000"/>
              </a:spcAft>
              <a:defRPr sz="2100">
                <a:latin typeface="Arial"/>
              </a:defRPr>
            </a:pPr>
            <a:r>
              <a:t>User impersonation provides the final verification of the configured permissions.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Primary source: “Script-Controlled ACL-Micro Projects.pdf”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16-page ServiceNow lab document.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Source includes implementation steps, ACL configuration, script, screenshots, verification, and outcome.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Presentation preserves the source terminology and stated verification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